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457200"/>
            <a:ext cx="1828800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0" y="731520"/>
            <a:ext cx="1828800" cy="182880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0" y="1005840"/>
            <a:ext cx="1828800" cy="1828800"/>
          </a:xfrm>
          <a:prstGeom prst="ellipse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  <a:defRPr sz="5400" b="1">
                <a:solidFill>
                  <a:srgbClr val="FFFFFF"/>
                </a:solidFill>
              </a:defRPr>
            </a:pPr>
            <a:r>
              <a:t>课程演示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E6E6E6"/>
                </a:solidFill>
              </a:defRPr>
            </a:pPr>
            <a:r>
              <a:t>AI智能生成 · 专业课程演示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课程内容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7724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rPr>
                <a:solidFill>
                  <a:srgbClr val="2ECC71"/>
                </a:solidFill>
              </a:rPr>
              <a:t>✓ 大纲：南亚建筑--将树种进房子里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1. 引言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主题介绍：南亚建筑中的绿色创新理念——将树种进房子里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背景说明：在人口增长和气候变化背景下，城市建筑面临的挑战与机遇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2. “绿色心脏”新加坡一号码头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项目概述：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课程内容 (续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7724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rPr>
                <a:solidFill>
                  <a:srgbClr val="2ECC71"/>
                </a:solidFill>
              </a:rPr>
              <a:t>✓ “Marina One”建筑综合体简介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项目位置与重要性：作为生活和工作区的国际范例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设计特点：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四栋高层建筑围合出“绿色心脏”公共空间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立体绿洲设计，反映热带植物多样性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建筑结构有机形状，百叶窗与大面积种植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课程内容 (续 3)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7724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rPr>
                <a:solidFill>
                  <a:srgbClr val="2ECC71"/>
                </a:solidFill>
              </a:rPr>
              <a:t>✓ 生态与环境效益：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改善微气候，增加生物多样性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含有超过350种树木和植物，700颗树，3700平方米的景观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多种动物构成生物多样性一部分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气候变化根据层数变化，模拟绿色山谷环境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3. “伊甸园”新加坡公寓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课程内容 (续 4)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7724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rPr>
                <a:solidFill>
                  <a:srgbClr val="2ECC71"/>
                </a:solidFill>
              </a:rPr>
              <a:t>✓ 项目概述：新加坡公寓楼设计，融合自然元素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设计特点：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细长窗户营造垂直线条感，花园阳台布置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混凝土墙源于新加坡地形外貌的抽象化处理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居住体验：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保证用户私密性的同时，提供亲近自然的生活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课程内容 (续 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7724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rPr>
                <a:solidFill>
                  <a:srgbClr val="2ECC71"/>
                </a:solidFill>
              </a:rPr>
              <a:t>✓ 悬挑阳台设计，联通室内与户外，提供城市绿景观赏视角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4. 槟城森林工厂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项目概述：位于森林中的工厂建筑，最大化建筑与自然的联系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设计特点：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圆柱“森林”支撑顶棚，与办公室和庭院连为一体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绿色庭院分隔办公室与生产工厂，连桥连接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课程内容 (续 6)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7724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rPr>
                <a:solidFill>
                  <a:srgbClr val="2ECC71"/>
                </a:solidFill>
              </a:rPr>
              <a:t>✓ 落地窗、天窗、独立异形混凝土肋条与屋顶百叶设计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生态与环境效益：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提供热带阳光下的保护伞，鼓励员工出外休息、开会及思考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雨水收集与灌溉系统，增强对热带风暴的意识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工厂通过窗户欣赏周围景观，优化工作环境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5. 结论与展望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课程内容 (续 7)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7724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rPr>
                <a:solidFill>
                  <a:srgbClr val="2ECC71"/>
                </a:solidFill>
              </a:rPr>
              <a:t>✓ 总结：南亚建筑中的绿色创新理念与实践，提升城市生活质量与环境可持续性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未来展望：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绿色建筑在全球范围内的推广与应用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• 持续探索建筑与自然和谐共生的新路径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9144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6000" y="109728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0" y="128016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0" y="146304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0" y="164592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286000"/>
            <a:ext cx="5486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谢谢观看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114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0F0F0"/>
                </a:solidFill>
              </a:defRPr>
            </a:pPr>
            <a:r>
              <a:t>期待您的反馈与建议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