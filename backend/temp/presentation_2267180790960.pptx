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45720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1005840"/>
            <a:ext cx="1828800" cy="1828800"/>
          </a:xfrm>
          <a:prstGeom prst="ellipse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5400" b="1">
                <a:solidFill>
                  <a:srgbClr val="FFFFFF"/>
                </a:solidFill>
              </a:defRPr>
            </a:pPr>
            <a:r>
              <a:t>课程内容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E6E6E6"/>
                </a:solidFill>
              </a:defRPr>
            </a:pPr>
            <a:r>
              <a:t>AI智能生成 · 专业课程演示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12233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10972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0" y="128016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14630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164592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0F0F0"/>
                </a:solidFill>
              </a:defRPr>
            </a:pPr>
            <a:r>
              <a:t>期待您的反馈与建议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