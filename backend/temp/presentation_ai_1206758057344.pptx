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课程演示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课程内容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大纲：南亚建筑--将树种进房子里</a:t>
            </a:r>
          </a:p>
          <a:p>
            <a:pPr>
              <a:spcAft>
                <a:spcPts val="1200"/>
              </a:spcAft>
              <a:defRPr sz="1800"/>
            </a:pPr>
            <a:r>
              <a:t>1. 引言</a:t>
            </a:r>
          </a:p>
          <a:p>
            <a:pPr>
              <a:spcAft>
                <a:spcPts val="1200"/>
              </a:spcAft>
              <a:defRPr sz="1800"/>
            </a:pPr>
            <a:r>
              <a:t>主题介绍：南亚建筑中的绿色创新理念——将树种进房子里</a:t>
            </a:r>
          </a:p>
          <a:p>
            <a:pPr>
              <a:spcAft>
                <a:spcPts val="1200"/>
              </a:spcAft>
              <a:defRPr sz="1800"/>
            </a:pPr>
            <a:r>
              <a:t>背景说明：在人口增长和气候变化背景下，城市建筑面临的挑战与机遇</a:t>
            </a:r>
          </a:p>
          <a:p>
            <a:pPr>
              <a:spcAft>
                <a:spcPts val="1200"/>
              </a:spcAft>
              <a:defRPr sz="1800"/>
            </a:pPr>
            <a:r>
              <a:t>2. “绿色心脏”新加坡一号码头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67EEA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